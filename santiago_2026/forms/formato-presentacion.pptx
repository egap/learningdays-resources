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79" r:id="rId7"/>
    <p:sldId id="260" r:id="rId8"/>
    <p:sldId id="276" r:id="rId9"/>
    <p:sldId id="278" r:id="rId10"/>
    <p:sldId id="261" r:id="rId11"/>
    <p:sldId id="2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7C344-D20D-48AB-BEB0-5FE32AEAC622}" v="102" dt="2024-08-29T17:09:06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4"/>
    <p:restoredTop sz="95794"/>
  </p:normalViewPr>
  <p:slideViewPr>
    <p:cSldViewPr snapToGrid="0">
      <p:cViewPr varScale="1">
        <p:scale>
          <a:sx n="125" d="100"/>
          <a:sy n="125" d="100"/>
        </p:scale>
        <p:origin x="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Aguilar" userId="EqjIYgXzU0cteEvBOdlXbjyV0YokIETSGlA08iQHy6o=" providerId="None" clId="Web-{02B7C344-D20D-48AB-BEB0-5FE32AEAC622}"/>
    <pc:docChg chg="modSld">
      <pc:chgData name="R Aguilar" userId="EqjIYgXzU0cteEvBOdlXbjyV0YokIETSGlA08iQHy6o=" providerId="None" clId="Web-{02B7C344-D20D-48AB-BEB0-5FE32AEAC622}" dt="2024-08-29T17:09:06.263" v="97" actId="20577"/>
      <pc:docMkLst>
        <pc:docMk/>
      </pc:docMkLst>
      <pc:sldChg chg="modSp">
        <pc:chgData name="R Aguilar" userId="EqjIYgXzU0cteEvBOdlXbjyV0YokIETSGlA08iQHy6o=" providerId="None" clId="Web-{02B7C344-D20D-48AB-BEB0-5FE32AEAC622}" dt="2024-08-29T17:02:36.378" v="78" actId="20577"/>
        <pc:sldMkLst>
          <pc:docMk/>
          <pc:sldMk cId="1292595497" sldId="258"/>
        </pc:sldMkLst>
        <pc:spChg chg="mod">
          <ac:chgData name="R Aguilar" userId="EqjIYgXzU0cteEvBOdlXbjyV0YokIETSGlA08iQHy6o=" providerId="None" clId="Web-{02B7C344-D20D-48AB-BEB0-5FE32AEAC622}" dt="2024-08-29T17:02:36.378" v="78" actId="20577"/>
          <ac:spMkLst>
            <pc:docMk/>
            <pc:sldMk cId="1292595497" sldId="258"/>
            <ac:spMk id="3" creationId="{83175C01-7C70-10FE-1988-2E18D644FAE1}"/>
          </ac:spMkLst>
        </pc:spChg>
      </pc:sldChg>
      <pc:sldChg chg="modSp">
        <pc:chgData name="R Aguilar" userId="EqjIYgXzU0cteEvBOdlXbjyV0YokIETSGlA08iQHy6o=" providerId="None" clId="Web-{02B7C344-D20D-48AB-BEB0-5FE32AEAC622}" dt="2024-08-29T17:03:57.505" v="89" actId="20577"/>
        <pc:sldMkLst>
          <pc:docMk/>
          <pc:sldMk cId="2905068381" sldId="260"/>
        </pc:sldMkLst>
        <pc:spChg chg="mod">
          <ac:chgData name="R Aguilar" userId="EqjIYgXzU0cteEvBOdlXbjyV0YokIETSGlA08iQHy6o=" providerId="None" clId="Web-{02B7C344-D20D-48AB-BEB0-5FE32AEAC622}" dt="2024-08-29T17:03:57.505" v="89" actId="20577"/>
          <ac:spMkLst>
            <pc:docMk/>
            <pc:sldMk cId="2905068381" sldId="260"/>
            <ac:spMk id="3" creationId="{836973AC-F06F-3289-EBD6-3CE2C1211936}"/>
          </ac:spMkLst>
        </pc:spChg>
      </pc:sldChg>
      <pc:sldChg chg="modSp">
        <pc:chgData name="R Aguilar" userId="EqjIYgXzU0cteEvBOdlXbjyV0YokIETSGlA08iQHy6o=" providerId="None" clId="Web-{02B7C344-D20D-48AB-BEB0-5FE32AEAC622}" dt="2024-08-29T17:02:17.377" v="70" actId="20577"/>
        <pc:sldMkLst>
          <pc:docMk/>
          <pc:sldMk cId="699394536" sldId="264"/>
        </pc:sldMkLst>
        <pc:spChg chg="mod">
          <ac:chgData name="R Aguilar" userId="EqjIYgXzU0cteEvBOdlXbjyV0YokIETSGlA08iQHy6o=" providerId="None" clId="Web-{02B7C344-D20D-48AB-BEB0-5FE32AEAC622}" dt="2024-08-29T17:02:17.377" v="70" actId="20577"/>
          <ac:spMkLst>
            <pc:docMk/>
            <pc:sldMk cId="699394536" sldId="264"/>
            <ac:spMk id="3" creationId="{72D537F9-365E-64A5-5068-1846409CFE20}"/>
          </ac:spMkLst>
        </pc:spChg>
      </pc:sldChg>
      <pc:sldChg chg="modSp">
        <pc:chgData name="R Aguilar" userId="EqjIYgXzU0cteEvBOdlXbjyV0YokIETSGlA08iQHy6o=" providerId="None" clId="Web-{02B7C344-D20D-48AB-BEB0-5FE32AEAC622}" dt="2024-08-29T17:02:02.830" v="67" actId="20577"/>
        <pc:sldMkLst>
          <pc:docMk/>
          <pc:sldMk cId="2672652474" sldId="265"/>
        </pc:sldMkLst>
        <pc:spChg chg="mod">
          <ac:chgData name="R Aguilar" userId="EqjIYgXzU0cteEvBOdlXbjyV0YokIETSGlA08iQHy6o=" providerId="None" clId="Web-{02B7C344-D20D-48AB-BEB0-5FE32AEAC622}" dt="2024-08-29T17:02:02.830" v="67" actId="20577"/>
          <ac:spMkLst>
            <pc:docMk/>
            <pc:sldMk cId="2672652474" sldId="265"/>
            <ac:spMk id="3" creationId="{3C836E27-80C6-2BAF-868C-A7F5EEFBA08A}"/>
          </ac:spMkLst>
        </pc:spChg>
      </pc:sldChg>
      <pc:sldChg chg="modSp">
        <pc:chgData name="R Aguilar" userId="EqjIYgXzU0cteEvBOdlXbjyV0YokIETSGlA08iQHy6o=" providerId="None" clId="Web-{02B7C344-D20D-48AB-BEB0-5FE32AEAC622}" dt="2024-08-29T17:09:06.263" v="97" actId="20577"/>
        <pc:sldMkLst>
          <pc:docMk/>
          <pc:sldMk cId="2832933972" sldId="277"/>
        </pc:sldMkLst>
        <pc:spChg chg="mod">
          <ac:chgData name="R Aguilar" userId="EqjIYgXzU0cteEvBOdlXbjyV0YokIETSGlA08iQHy6o=" providerId="None" clId="Web-{02B7C344-D20D-48AB-BEB0-5FE32AEAC622}" dt="2024-08-29T17:09:06.263" v="97" actId="20577"/>
          <ac:spMkLst>
            <pc:docMk/>
            <pc:sldMk cId="2832933972" sldId="277"/>
            <ac:spMk id="3" creationId="{F6FF24BD-3F46-7A9B-7284-A92FC3D2E169}"/>
          </ac:spMkLst>
        </pc:spChg>
      </pc:sldChg>
      <pc:sldChg chg="modSp">
        <pc:chgData name="R Aguilar" userId="EqjIYgXzU0cteEvBOdlXbjyV0YokIETSGlA08iQHy6o=" providerId="None" clId="Web-{02B7C344-D20D-48AB-BEB0-5FE32AEAC622}" dt="2024-08-29T17:01:34.157" v="37" actId="20577"/>
        <pc:sldMkLst>
          <pc:docMk/>
          <pc:sldMk cId="399345703" sldId="279"/>
        </pc:sldMkLst>
        <pc:spChg chg="mod">
          <ac:chgData name="R Aguilar" userId="EqjIYgXzU0cteEvBOdlXbjyV0YokIETSGlA08iQHy6o=" providerId="None" clId="Web-{02B7C344-D20D-48AB-BEB0-5FE32AEAC622}" dt="2024-08-29T17:01:34.157" v="37" actId="20577"/>
          <ac:spMkLst>
            <pc:docMk/>
            <pc:sldMk cId="399345703" sldId="279"/>
            <ac:spMk id="3" creationId="{3C836E27-80C6-2BAF-868C-A7F5EEFBA0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10F0-34CE-9058-F7BD-9A659380E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C6D90-C759-F0F4-5BAA-2C522FF25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AC36C-B99F-E3EB-97D1-45D56F288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8432-99A1-4342-BB63-4C2AAA4A13FD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96ECD-7BFB-B567-FFA8-DC13F267B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ADA1E-886D-8CAC-657A-C96E784E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037A-0A6F-044F-BDC8-2A4B9FFAB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28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76AB7-B63F-C27D-02D1-6BBEC02B5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6B6FE-7D6F-B741-A826-9BE5284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8AA74-EC14-AF23-CEDD-6BEBD996F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8432-99A1-4342-BB63-4C2AAA4A13FD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CDA83-A40F-44A4-A3D3-A06026D5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3AF99-2D58-3031-F0D2-248AC660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037A-0A6F-044F-BDC8-2A4B9FFAB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8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B831-56C2-825F-1A0E-6FBE544D4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52B9F-F696-A09D-1C2D-7C7A1533B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AF3D7-0874-2978-1EA5-5BC48774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8432-99A1-4342-BB63-4C2AAA4A13FD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D42BF-3553-E04A-DE34-D75C963B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2464D-0E56-FCEA-A0C3-D8F535B43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037A-0A6F-044F-BDC8-2A4B9FFAB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55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02DF-1244-8D66-B73E-529DA63DC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5430D-A935-D6C3-4441-8E842A522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77610-7135-74E9-D680-055DB29FB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C14D-86F7-80B7-F938-86A412D66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8432-99A1-4342-BB63-4C2AAA4A13FD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BE112-E84C-CEE3-A1C7-80073910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BF7B2-8656-C3EA-68A1-A479FC52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037A-0A6F-044F-BDC8-2A4B9FFAB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37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C6242-D5B9-2282-47E0-AFE664107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357C-9782-893F-91EB-2838201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A8DF7-D664-CE56-8BA6-BBEB01F38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D7BD6-15D9-D87E-6EEF-304645D98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E5D0B-2A30-1A87-8C52-713D67D1C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E6BD6-F862-90F5-F239-DDED6B1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8432-99A1-4342-BB63-4C2AAA4A13FD}" type="datetimeFigureOut">
              <a:rPr lang="en-US" smtClean="0"/>
              <a:t>7/22/25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FE2DA-74DF-3EC6-D69B-8E0CE932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FBD7B9-3985-7358-DAD4-267D0822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037A-0A6F-044F-BDC8-2A4B9FFAB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63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DB361-40AC-4020-89E9-A7C1A773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07D93-16F7-9005-A17A-D39EE0F76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8432-99A1-4342-BB63-4C2AAA4A13FD}" type="datetimeFigureOut">
              <a:rPr lang="en-US" smtClean="0"/>
              <a:t>7/22/25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2B066-A58B-8AEB-B183-7E0291D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6A4B1-37F3-6837-C56C-4037DB950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037A-0A6F-044F-BDC8-2A4B9FFAB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7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4A817-EDF8-8115-BE5E-D8DA95DF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8432-99A1-4342-BB63-4C2AAA4A13FD}" type="datetimeFigureOut">
              <a:rPr lang="en-US" smtClean="0"/>
              <a:t>7/22/25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9740AD-7514-3A11-F9D5-52E8B4FD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2ED07-8A4F-6C24-C0E7-1DEF756E9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037A-0A6F-044F-BDC8-2A4B9FFAB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66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1F0D-B141-F2AA-FC73-B062F63F0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2B227-DB70-4027-D2E5-0D3E6357F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B1285-2FE2-8D05-F58F-BE315912E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D1692-E35D-7831-2761-8CBEF8E0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8432-99A1-4342-BB63-4C2AAA4A13FD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593C9-A6A2-EB1A-50D1-217993D73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58FBC-7B1F-E01F-E5C7-B228BF84D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037A-0A6F-044F-BDC8-2A4B9FFAB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0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D0CD-E4F6-801B-1F27-897637ED5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F17BC-DC81-24BA-5E69-4B7069C66C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B8E31-6B75-0833-16C0-331514E8A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20413-1C6D-DAF7-439A-893A54726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8432-99A1-4342-BB63-4C2AAA4A13FD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CE205-AB77-7D8A-B6E0-F5805C36A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95119-7A4F-FE22-0F73-DF7070AE7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037A-0A6F-044F-BDC8-2A4B9FFAB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1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D68F7-A20D-F7E9-F96F-08156515F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09CD8-772D-33B4-F040-10DC4E648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85704-3842-8D51-7BDA-C7B0591FA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8432-99A1-4342-BB63-4C2AAA4A13FD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2B0DA-C0F9-A8C9-6E57-FA051A3D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8F8D3-6DF0-BC63-8F6D-30EC515D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037A-0A6F-044F-BDC8-2A4B9FFAB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06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6B26AD-0991-DFFA-B571-029D07876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EA650-1FEB-3940-2022-2BBFA8643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7D685-C0CB-6616-7AF8-89008A3F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8432-99A1-4342-BB63-4C2AAA4A13FD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79FCF-648B-7F3D-ADE5-C241CF01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82D4-D151-A90B-B722-96A1CCEA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037A-0A6F-044F-BDC8-2A4B9FFAB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2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CEA561-3935-364F-808F-6BBD7795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00EDC-5A8E-1769-210B-FF770EDB4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CC0E7-C148-87A7-001D-A0E248602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A8432-99A1-4342-BB63-4C2AAA4A13FD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2E8FA-BDDA-7342-9BF1-D72B9FD89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6D31C-1573-D3D5-C7A5-8FD6A9046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4037A-0A6F-044F-BDC8-2A4B9FFAB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92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5001B-0F80-C795-3995-E3F800EB2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7789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 err="1"/>
              <a:t>Título</a:t>
            </a:r>
            <a:r>
              <a:rPr lang="en-US" dirty="0"/>
              <a:t> del </a:t>
            </a:r>
            <a:r>
              <a:rPr lang="en-US" dirty="0" err="1"/>
              <a:t>proyecto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BD981-BC19-8A8E-A99F-2180F5A27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22612"/>
            <a:ext cx="9144000" cy="1655762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NOMBRE DEL AUTOR/A</a:t>
            </a:r>
          </a:p>
          <a:p>
            <a:r>
              <a:rPr lang="en-US" dirty="0"/>
              <a:t>EGAP Learning Days</a:t>
            </a:r>
          </a:p>
          <a:p>
            <a:r>
              <a:rPr lang="en-US" dirty="0"/>
              <a:t>Montevideo, Julio 2025</a:t>
            </a:r>
          </a:p>
        </p:txBody>
      </p:sp>
    </p:spTree>
    <p:extLst>
      <p:ext uri="{BB962C8B-B14F-4D97-AF65-F5344CB8AC3E}">
        <p14:creationId xmlns:p14="http://schemas.microsoft.com/office/powerpoint/2010/main" val="363790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3DFD0-06AD-4804-4E12-0A0055E43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Motivación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9A577-A517-FC87-59E1-E3647D5E5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Desarrollar</a:t>
            </a:r>
            <a:r>
              <a:rPr lang="en-US" dirty="0"/>
              <a:t> </a:t>
            </a:r>
            <a:r>
              <a:rPr lang="en-US" dirty="0" err="1"/>
              <a:t>brevemente</a:t>
            </a:r>
            <a:r>
              <a:rPr lang="en-US" dirty="0"/>
              <a:t> la </a:t>
            </a:r>
            <a:r>
              <a:rPr lang="en-US" dirty="0" err="1"/>
              <a:t>motivación</a:t>
            </a:r>
            <a:r>
              <a:rPr lang="en-US" dirty="0"/>
              <a:t> del </a:t>
            </a:r>
            <a:r>
              <a:rPr lang="en-US" dirty="0" err="1"/>
              <a:t>proyecto</a:t>
            </a:r>
            <a:r>
              <a:rPr lang="en-US" dirty="0"/>
              <a:t>.</a:t>
            </a:r>
          </a:p>
          <a:p>
            <a:r>
              <a:rPr lang="en-US" dirty="0" err="1"/>
              <a:t>Realizar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breve </a:t>
            </a:r>
            <a:r>
              <a:rPr lang="en-US" dirty="0" err="1"/>
              <a:t>revisión</a:t>
            </a:r>
            <a:r>
              <a:rPr lang="en-US" dirty="0"/>
              <a:t> de </a:t>
            </a:r>
            <a:r>
              <a:rPr lang="en-US" dirty="0" err="1"/>
              <a:t>literatura</a:t>
            </a:r>
            <a:r>
              <a:rPr lang="en-US" dirty="0"/>
              <a:t> para </a:t>
            </a:r>
            <a:r>
              <a:rPr lang="en-US" dirty="0" err="1"/>
              <a:t>contextualizar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.</a:t>
            </a:r>
          </a:p>
          <a:p>
            <a:r>
              <a:rPr lang="en-US" dirty="0" err="1"/>
              <a:t>Desarrollar</a:t>
            </a:r>
            <a:r>
              <a:rPr lang="en-US" dirty="0"/>
              <a:t>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sucinta</a:t>
            </a:r>
            <a:r>
              <a:rPr lang="en-US" dirty="0"/>
              <a:t> la </a:t>
            </a:r>
            <a:r>
              <a:rPr lang="en-US" dirty="0" err="1"/>
              <a:t>teoría</a:t>
            </a:r>
            <a:r>
              <a:rPr lang="en-US" dirty="0"/>
              <a:t> del </a:t>
            </a:r>
            <a:r>
              <a:rPr lang="en-US" dirty="0" err="1"/>
              <a:t>cambio</a:t>
            </a:r>
            <a:r>
              <a:rPr lang="en-US" dirty="0"/>
              <a:t> que </a:t>
            </a:r>
            <a:r>
              <a:rPr lang="en-US" dirty="0" err="1"/>
              <a:t>fundamenta</a:t>
            </a:r>
            <a:r>
              <a:rPr lang="en-US" dirty="0"/>
              <a:t> las </a:t>
            </a:r>
            <a:r>
              <a:rPr lang="en-US" dirty="0" err="1"/>
              <a:t>hipótesis</a:t>
            </a:r>
            <a:r>
              <a:rPr lang="en-US" dirty="0"/>
              <a:t>. (</a:t>
            </a:r>
            <a:r>
              <a:rPr lang="en-US" dirty="0" err="1"/>
              <a:t>Contesta</a:t>
            </a:r>
            <a:r>
              <a:rPr lang="en-US" dirty="0"/>
              <a:t> la </a:t>
            </a:r>
            <a:r>
              <a:rPr lang="en-US" dirty="0" err="1"/>
              <a:t>pregunta</a:t>
            </a:r>
            <a:r>
              <a:rPr lang="en-US" dirty="0"/>
              <a:t>: “</a:t>
            </a:r>
            <a:r>
              <a:rPr lang="en-US" dirty="0" err="1"/>
              <a:t>Porque</a:t>
            </a:r>
            <a:r>
              <a:rPr lang="en-US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2976099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CD118-2C0C-9CFD-A09B-5524BF42C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Pregunta de </a:t>
            </a:r>
            <a:r>
              <a:rPr lang="en-US" dirty="0" err="1"/>
              <a:t>investigación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75C01-7C70-10FE-1988-2E18D644F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Pregunta</a:t>
            </a:r>
            <a:r>
              <a:rPr lang="en-US" dirty="0"/>
              <a:t> de </a:t>
            </a:r>
            <a:r>
              <a:rPr lang="en-US" dirty="0" err="1"/>
              <a:t>investigación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XXXXXX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incluir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hipóthesis</a:t>
            </a:r>
            <a:r>
              <a:rPr lang="en-US" dirty="0"/>
              <a:t> </a:t>
            </a:r>
            <a:r>
              <a:rPr lang="en-US" dirty="0" err="1"/>
              <a:t>también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una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595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4D4E6-F639-28E0-FAA1-DD634D306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Tratamiento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537F9-365E-64A5-5068-1846409CF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022459" cy="44944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600" dirty="0" err="1"/>
              <a:t>Tratamiento</a:t>
            </a:r>
            <a:r>
              <a:rPr lang="en-US" sz="2600" dirty="0"/>
              <a:t>: (</a:t>
            </a:r>
            <a:r>
              <a:rPr lang="en-US" sz="2600" dirty="0" err="1"/>
              <a:t>descripción</a:t>
            </a:r>
            <a:r>
              <a:rPr lang="en-US" sz="2600" dirty="0"/>
              <a:t> del </a:t>
            </a:r>
            <a:r>
              <a:rPr lang="en-US" sz="2600" dirty="0" err="1"/>
              <a:t>tratamiento</a:t>
            </a:r>
            <a:r>
              <a:rPr lang="en-US" sz="2600" dirty="0"/>
              <a:t> o </a:t>
            </a:r>
            <a:r>
              <a:rPr lang="en-US" sz="2600" dirty="0" err="1"/>
              <a:t>tratamientos</a:t>
            </a:r>
            <a:r>
              <a:rPr lang="en-US" sz="2600" dirty="0"/>
              <a:t>), de la </a:t>
            </a:r>
            <a:r>
              <a:rPr lang="en-US" sz="2600" dirty="0" err="1"/>
              <a:t>intervención</a:t>
            </a:r>
            <a:r>
              <a:rPr lang="en-US" sz="2600" dirty="0"/>
              <a:t>. </a:t>
            </a:r>
          </a:p>
          <a:p>
            <a:endParaRPr lang="en-US" dirty="0"/>
          </a:p>
          <a:p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brazos</a:t>
            </a:r>
            <a:r>
              <a:rPr lang="en-US" dirty="0"/>
              <a:t> (</a:t>
            </a:r>
            <a:r>
              <a:rPr lang="en-US" dirty="0" err="1"/>
              <a:t>grupos</a:t>
            </a:r>
            <a:r>
              <a:rPr lang="en-US" dirty="0"/>
              <a:t> </a:t>
            </a:r>
            <a:r>
              <a:rPr lang="en-US" dirty="0" err="1"/>
              <a:t>experimentales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X </a:t>
            </a:r>
            <a:r>
              <a:rPr lang="en-US" dirty="0" err="1"/>
              <a:t>tratamiento</a:t>
            </a:r>
            <a:r>
              <a:rPr lang="en-US" dirty="0"/>
              <a:t>(s), 1 control (</a:t>
            </a:r>
            <a:r>
              <a:rPr lang="en-US" dirty="0" err="1"/>
              <a:t>descripción</a:t>
            </a:r>
            <a:r>
              <a:rPr lang="en-US" dirty="0"/>
              <a:t> del control)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3E2C6A-E7A6-3059-CAD4-A8E0E3991578}"/>
              </a:ext>
            </a:extLst>
          </p:cNvPr>
          <p:cNvSpPr txBox="1">
            <a:spLocks/>
          </p:cNvSpPr>
          <p:nvPr/>
        </p:nvSpPr>
        <p:spPr>
          <a:xfrm>
            <a:off x="639791" y="4290251"/>
            <a:ext cx="10022459" cy="876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394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A7A4D-B310-75C3-36E1-37A92596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Resultado</a:t>
            </a:r>
            <a:r>
              <a:rPr lang="en-US" dirty="0"/>
              <a:t> de </a:t>
            </a:r>
            <a:r>
              <a:rPr lang="en-US" dirty="0" err="1"/>
              <a:t>interés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36E27-80C6-2BAF-868C-A7F5EEFB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Descripción</a:t>
            </a:r>
            <a:r>
              <a:rPr lang="en-US" dirty="0"/>
              <a:t> de la variable (o variables) de </a:t>
            </a:r>
            <a:r>
              <a:rPr lang="en-US" dirty="0" err="1"/>
              <a:t>resultado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XXXXXXX</a:t>
            </a:r>
          </a:p>
          <a:p>
            <a:r>
              <a:rPr lang="en-US" dirty="0" err="1"/>
              <a:t>Medición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Descripción</a:t>
            </a:r>
            <a:r>
              <a:rPr lang="en-US" dirty="0"/>
              <a:t> de la forma </a:t>
            </a:r>
            <a:r>
              <a:rPr lang="en-US" dirty="0" err="1"/>
              <a:t>en</a:t>
            </a:r>
            <a:r>
              <a:rPr lang="en-US" dirty="0"/>
              <a:t> que se </a:t>
            </a:r>
            <a:r>
              <a:rPr lang="en-US" dirty="0" err="1"/>
              <a:t>medirá</a:t>
            </a:r>
            <a:r>
              <a:rPr lang="en-US" dirty="0"/>
              <a:t> la variable o variables de </a:t>
            </a:r>
            <a:r>
              <a:rPr lang="en-US" dirty="0" err="1"/>
              <a:t>resultado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Teoria de </a:t>
            </a:r>
            <a:r>
              <a:rPr lang="en-US" dirty="0" err="1"/>
              <a:t>cambio</a:t>
            </a:r>
            <a:r>
              <a:rPr lang="en-US" dirty="0"/>
              <a:t>: Por que </a:t>
            </a:r>
            <a:r>
              <a:rPr lang="en-US" dirty="0" err="1"/>
              <a:t>espera</a:t>
            </a:r>
            <a:r>
              <a:rPr lang="en-US" dirty="0"/>
              <a:t> que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tratamiento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cambie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niveles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variable(s) de </a:t>
            </a:r>
            <a:r>
              <a:rPr lang="en-US" dirty="0" err="1"/>
              <a:t>resultado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652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A7A4D-B310-75C3-36E1-37A92596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Teoria de </a:t>
            </a:r>
            <a:r>
              <a:rPr lang="en-US" dirty="0" err="1"/>
              <a:t>cambio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36E27-80C6-2BAF-868C-A7F5EEFB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espera</a:t>
            </a:r>
            <a:r>
              <a:rPr lang="en-US" dirty="0"/>
              <a:t> que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tratamiento</a:t>
            </a:r>
            <a:r>
              <a:rPr lang="en-US" dirty="0"/>
              <a:t> </a:t>
            </a:r>
            <a:r>
              <a:rPr lang="en-US" dirty="0" err="1"/>
              <a:t>podria</a:t>
            </a:r>
            <a:r>
              <a:rPr lang="en-US" dirty="0"/>
              <a:t> </a:t>
            </a:r>
            <a:r>
              <a:rPr lang="en-US" dirty="0" err="1"/>
              <a:t>llevar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esperados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¿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incluir</a:t>
            </a:r>
            <a:r>
              <a:rPr lang="en-US" dirty="0"/>
              <a:t> </a:t>
            </a:r>
            <a:r>
              <a:rPr lang="en-US" dirty="0" err="1"/>
              <a:t>unas</a:t>
            </a:r>
            <a:r>
              <a:rPr lang="en-US" dirty="0"/>
              <a:t> variables para </a:t>
            </a:r>
            <a:r>
              <a:rPr lang="en-US" dirty="0" err="1"/>
              <a:t>medir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mecanismos</a:t>
            </a:r>
            <a:r>
              <a:rPr lang="en-US" dirty="0"/>
              <a:t>? En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afirmativo</a:t>
            </a:r>
            <a:r>
              <a:rPr lang="en-US" dirty="0"/>
              <a:t> ¿</a:t>
            </a:r>
            <a:r>
              <a:rPr lang="en-US" dirty="0" err="1"/>
              <a:t>cuáles</a:t>
            </a:r>
            <a:r>
              <a:rPr lang="en-US" dirty="0"/>
              <a:t>? 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45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14BD-FAE0-3119-7D6B-B9B599F44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Diseño</a:t>
            </a:r>
            <a:r>
              <a:rPr lang="en-US" dirty="0"/>
              <a:t> de </a:t>
            </a:r>
            <a:r>
              <a:rPr lang="en-US" dirty="0" err="1"/>
              <a:t>investigación</a:t>
            </a:r>
            <a:r>
              <a:rPr lang="en-US" dirty="0"/>
              <a:t>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973AC-F06F-3289-EBD6-3CE2C1211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Grupo de </a:t>
            </a:r>
            <a:r>
              <a:rPr lang="en-US" dirty="0" err="1"/>
              <a:t>estudio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XXXXXXXX</a:t>
            </a:r>
          </a:p>
          <a:p>
            <a:r>
              <a:rPr lang="en-US" dirty="0" err="1"/>
              <a:t>Muestra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se </a:t>
            </a:r>
            <a:r>
              <a:rPr lang="en-US" dirty="0" err="1"/>
              <a:t>selecciona</a:t>
            </a:r>
            <a:r>
              <a:rPr lang="en-US" dirty="0"/>
              <a:t> la </a:t>
            </a:r>
            <a:r>
              <a:rPr lang="en-US" dirty="0" err="1"/>
              <a:t>muestra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N = ? </a:t>
            </a:r>
          </a:p>
          <a:p>
            <a:r>
              <a:rPr lang="en-US" dirty="0"/>
              <a:t>Forma de </a:t>
            </a:r>
            <a:r>
              <a:rPr lang="en-US" dirty="0" err="1"/>
              <a:t>aplicación</a:t>
            </a:r>
            <a:r>
              <a:rPr lang="en-US" dirty="0"/>
              <a:t> del </a:t>
            </a:r>
            <a:r>
              <a:rPr lang="en-US" dirty="0" err="1"/>
              <a:t>tratamiento</a:t>
            </a:r>
            <a:r>
              <a:rPr lang="en-US" dirty="0"/>
              <a:t> (¿</a:t>
            </a:r>
            <a:r>
              <a:rPr lang="en-US" dirty="0" err="1"/>
              <a:t>cómo</a:t>
            </a:r>
            <a:r>
              <a:rPr lang="en-US" dirty="0"/>
              <a:t> y con </a:t>
            </a:r>
            <a:r>
              <a:rPr lang="en-US" dirty="0" err="1"/>
              <a:t>qué</a:t>
            </a:r>
            <a:r>
              <a:rPr lang="en-US" dirty="0"/>
              <a:t> socio?)  y forma de </a:t>
            </a:r>
            <a:r>
              <a:rPr lang="en-US" dirty="0" err="1"/>
              <a:t>recolección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5068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14BD-FAE0-3119-7D6B-B9B599F44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Diseño</a:t>
            </a:r>
            <a:r>
              <a:rPr lang="en-US" dirty="0"/>
              <a:t> de </a:t>
            </a:r>
            <a:r>
              <a:rPr lang="en-US" dirty="0" err="1"/>
              <a:t>investigación</a:t>
            </a:r>
            <a:r>
              <a:rPr lang="en-US" dirty="0"/>
              <a:t>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973AC-F06F-3289-EBD6-3CE2C1211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37800" cy="4351338"/>
          </a:xfrm>
        </p:spPr>
        <p:txBody>
          <a:bodyPr>
            <a:normAutofit/>
          </a:bodyPr>
          <a:lstStyle/>
          <a:p>
            <a:r>
              <a:rPr lang="en-US" dirty="0" err="1"/>
              <a:t>Aleatorización</a:t>
            </a:r>
            <a:endParaRPr lang="en-US" dirty="0"/>
          </a:p>
          <a:p>
            <a:pPr lvl="1"/>
            <a:r>
              <a:rPr lang="en-US" dirty="0" err="1"/>
              <a:t>Descripción</a:t>
            </a:r>
            <a:r>
              <a:rPr lang="en-US" dirty="0"/>
              <a:t> y </a:t>
            </a:r>
            <a:r>
              <a:rPr lang="en-US" dirty="0" err="1"/>
              <a:t>fundamentación</a:t>
            </a:r>
            <a:r>
              <a:rPr lang="en-US" dirty="0"/>
              <a:t> del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aleatorización</a:t>
            </a:r>
            <a:r>
              <a:rPr lang="en-US" dirty="0"/>
              <a:t> (</a:t>
            </a:r>
            <a:r>
              <a:rPr lang="en-US" dirty="0" err="1"/>
              <a:t>individuos</a:t>
            </a:r>
            <a:r>
              <a:rPr lang="en-US" dirty="0"/>
              <a:t> o </a:t>
            </a:r>
            <a:r>
              <a:rPr lang="en-US" dirty="0" err="1"/>
              <a:t>grupos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Descripción</a:t>
            </a:r>
            <a:r>
              <a:rPr lang="en-US" dirty="0"/>
              <a:t> y </a:t>
            </a:r>
            <a:r>
              <a:rPr lang="en-US" dirty="0" err="1"/>
              <a:t>fundamentación</a:t>
            </a:r>
            <a:r>
              <a:rPr lang="en-US" dirty="0"/>
              <a:t> de variables </a:t>
            </a:r>
            <a:r>
              <a:rPr lang="en-US" dirty="0" err="1"/>
              <a:t>en</a:t>
            </a:r>
            <a:r>
              <a:rPr lang="en-US" dirty="0"/>
              <a:t> las que se </a:t>
            </a:r>
            <a:r>
              <a:rPr lang="en-US" dirty="0" err="1"/>
              <a:t>estratificará</a:t>
            </a:r>
            <a:r>
              <a:rPr lang="en-US" dirty="0"/>
              <a:t> (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fuera</a:t>
            </a:r>
            <a:r>
              <a:rPr lang="en-US" dirty="0"/>
              <a:t> a </a:t>
            </a:r>
            <a:r>
              <a:rPr lang="en-US" dirty="0" err="1"/>
              <a:t>estratificar</a:t>
            </a:r>
            <a:r>
              <a:rPr lang="en-US" dirty="0"/>
              <a:t>).</a:t>
            </a:r>
          </a:p>
          <a:p>
            <a:pPr lvl="1"/>
            <a:r>
              <a:rPr lang="en-US" dirty="0" err="1"/>
              <a:t>Descripción</a:t>
            </a:r>
            <a:r>
              <a:rPr lang="en-US" dirty="0"/>
              <a:t> del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unidades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grupo</a:t>
            </a:r>
            <a:r>
              <a:rPr lang="en-US" dirty="0"/>
              <a:t> experimental.</a:t>
            </a:r>
          </a:p>
          <a:p>
            <a:pPr marL="1371600" lvl="3" indent="0">
              <a:buNone/>
            </a:pPr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236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91AE-D981-D56F-0A2B-F58A3D95D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Análisis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estimación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F5FF9-9023-DA6D-040A-C5A3D9CF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Descripción</a:t>
            </a:r>
            <a:r>
              <a:rPr lang="en-US" dirty="0"/>
              <a:t> del </a:t>
            </a:r>
            <a:r>
              <a:rPr lang="en-US" dirty="0" err="1"/>
              <a:t>análisis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a </a:t>
            </a:r>
            <a:r>
              <a:rPr lang="en-US" dirty="0" err="1"/>
              <a:t>realizar</a:t>
            </a:r>
            <a:r>
              <a:rPr lang="en-US" dirty="0"/>
              <a:t>, la forma de </a:t>
            </a:r>
            <a:r>
              <a:rPr lang="en-US" dirty="0" err="1"/>
              <a:t>estimación</a:t>
            </a:r>
            <a:r>
              <a:rPr lang="en-US" dirty="0"/>
              <a:t> de </a:t>
            </a:r>
            <a:r>
              <a:rPr lang="en-US" dirty="0" err="1"/>
              <a:t>resultados</a:t>
            </a:r>
            <a:r>
              <a:rPr lang="en-US" dirty="0"/>
              <a:t>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estimadores</a:t>
            </a:r>
            <a:r>
              <a:rPr lang="en-US" dirty="0"/>
              <a:t> a </a:t>
            </a:r>
            <a:r>
              <a:rPr lang="en-US" dirty="0" err="1"/>
              <a:t>calcular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8639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6A0D-18BE-F047-51B1-E8ACDBE9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Análisis</a:t>
            </a:r>
            <a:r>
              <a:rPr lang="en-US" dirty="0"/>
              <a:t> de </a:t>
            </a:r>
            <a:r>
              <a:rPr lang="en-US" dirty="0" err="1"/>
              <a:t>poder</a:t>
            </a:r>
            <a:r>
              <a:rPr lang="en-US" dirty="0"/>
              <a:t> </a:t>
            </a:r>
            <a:r>
              <a:rPr lang="en-US" dirty="0" err="1"/>
              <a:t>estadístico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F34D5-F972-1173-B2EC-6CC159FE8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Elementos</a:t>
            </a:r>
            <a:r>
              <a:rPr lang="en-US" dirty="0"/>
              <a:t> del </a:t>
            </a:r>
            <a:r>
              <a:rPr lang="en-US" dirty="0" err="1"/>
              <a:t>cálculo</a:t>
            </a:r>
            <a:r>
              <a:rPr lang="en-US" dirty="0"/>
              <a:t> de </a:t>
            </a:r>
            <a:r>
              <a:rPr lang="en-US" dirty="0" err="1"/>
              <a:t>poder</a:t>
            </a:r>
            <a:r>
              <a:rPr lang="en-US" dirty="0"/>
              <a:t> </a:t>
            </a:r>
            <a:r>
              <a:rPr lang="en-US" dirty="0" err="1"/>
              <a:t>estadístico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 =  </a:t>
            </a:r>
          </a:p>
          <a:p>
            <a:pPr lvl="1"/>
            <a:r>
              <a:rPr lang="en-US" dirty="0" err="1"/>
              <a:t>Supuesto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tamaño</a:t>
            </a:r>
            <a:r>
              <a:rPr lang="en-US" dirty="0"/>
              <a:t> del </a:t>
            </a:r>
            <a:r>
              <a:rPr lang="en-US" dirty="0" err="1"/>
              <a:t>efecto</a:t>
            </a:r>
            <a:endParaRPr lang="en-US" dirty="0"/>
          </a:p>
          <a:p>
            <a:pPr lvl="1"/>
            <a:r>
              <a:rPr lang="en-US" dirty="0" err="1"/>
              <a:t>Supuesto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la </a:t>
            </a:r>
            <a:r>
              <a:rPr lang="en-US" dirty="0" err="1"/>
              <a:t>desviación</a:t>
            </a:r>
            <a:r>
              <a:rPr lang="en-US" dirty="0"/>
              <a:t> </a:t>
            </a:r>
            <a:r>
              <a:rPr lang="en-US" dirty="0" err="1"/>
              <a:t>estándar</a:t>
            </a:r>
            <a:r>
              <a:rPr lang="en-US" dirty="0"/>
              <a:t> de la variable de </a:t>
            </a:r>
            <a:r>
              <a:rPr lang="en-US" dirty="0" err="1"/>
              <a:t>resultado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En</a:t>
            </a:r>
            <a:r>
              <a:rPr lang="en-US" dirty="0"/>
              <a:t> base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anteriores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poder</a:t>
            </a:r>
            <a:r>
              <a:rPr lang="en-US" dirty="0"/>
              <a:t> </a:t>
            </a:r>
            <a:r>
              <a:rPr lang="en-US" dirty="0" err="1"/>
              <a:t>estadístico</a:t>
            </a:r>
            <a:r>
              <a:rPr lang="en-US" dirty="0"/>
              <a:t> del </a:t>
            </a:r>
            <a:r>
              <a:rPr lang="en-US" dirty="0" err="1"/>
              <a:t>diseño</a:t>
            </a:r>
            <a:r>
              <a:rPr lang="en-US" dirty="0"/>
              <a:t> </a:t>
            </a:r>
            <a:r>
              <a:rPr lang="en-US" dirty="0" err="1"/>
              <a:t>propuesto</a:t>
            </a:r>
            <a:r>
              <a:rPr lang="en-US" dirty="0"/>
              <a:t> es:</a:t>
            </a:r>
          </a:p>
        </p:txBody>
      </p:sp>
    </p:spTree>
    <p:extLst>
      <p:ext uri="{BB962C8B-B14F-4D97-AF65-F5344CB8AC3E}">
        <p14:creationId xmlns:p14="http://schemas.microsoft.com/office/powerpoint/2010/main" val="1948490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3B56-2628-DD75-A80E-FBCDD4C33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Posibles</a:t>
            </a:r>
            <a:r>
              <a:rPr lang="en-US" dirty="0"/>
              <a:t> </a:t>
            </a:r>
            <a:r>
              <a:rPr lang="en-US" dirty="0" err="1"/>
              <a:t>amenazas</a:t>
            </a:r>
            <a:r>
              <a:rPr lang="en-US" dirty="0"/>
              <a:t> al </a:t>
            </a:r>
            <a:r>
              <a:rPr lang="en-US" dirty="0" err="1"/>
              <a:t>diseño</a:t>
            </a:r>
            <a:r>
              <a:rPr lang="en-US" dirty="0"/>
              <a:t> </a:t>
            </a:r>
            <a:r>
              <a:rPr lang="en-US" dirty="0" err="1"/>
              <a:t>propuesto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F24BD-3F46-7A9B-7284-A92FC3D2E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Enfóquese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las </a:t>
            </a:r>
            <a:r>
              <a:rPr lang="en-US" dirty="0" err="1"/>
              <a:t>amenazas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relevantes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)</a:t>
            </a:r>
          </a:p>
          <a:p>
            <a:r>
              <a:rPr lang="en-US" dirty="0" err="1"/>
              <a:t>Derrame</a:t>
            </a:r>
            <a:endParaRPr lang="en-US" dirty="0"/>
          </a:p>
          <a:p>
            <a:r>
              <a:rPr lang="en-US" dirty="0" err="1"/>
              <a:t>Atrición</a:t>
            </a:r>
          </a:p>
          <a:p>
            <a:r>
              <a:rPr lang="en-US" dirty="0" err="1"/>
              <a:t>Cumplimiento</a:t>
            </a:r>
            <a:r>
              <a:rPr lang="en-US" dirty="0"/>
              <a:t> </a:t>
            </a:r>
            <a:r>
              <a:rPr lang="en-US" dirty="0" err="1"/>
              <a:t>imperfecto</a:t>
            </a:r>
            <a:endParaRPr lang="en-US" dirty="0"/>
          </a:p>
          <a:p>
            <a:r>
              <a:rPr lang="en-US" dirty="0" err="1"/>
              <a:t>Aspectos</a:t>
            </a:r>
            <a:r>
              <a:rPr lang="en-US" dirty="0"/>
              <a:t> </a:t>
            </a:r>
            <a:r>
              <a:rPr lang="en-US" dirty="0" err="1"/>
              <a:t>éticos</a:t>
            </a:r>
            <a:endParaRPr lang="en-US" dirty="0"/>
          </a:p>
          <a:p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asociados</a:t>
            </a:r>
            <a:r>
              <a:rPr lang="en-US" dirty="0"/>
              <a:t> a la </a:t>
            </a:r>
            <a:r>
              <a:rPr lang="en-US" dirty="0" err="1"/>
              <a:t>recolección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y al trabajo con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administrativos</a:t>
            </a:r>
            <a:endParaRPr lang="en-US" dirty="0"/>
          </a:p>
          <a:p>
            <a:r>
              <a:rPr lang="en-US" dirty="0"/>
              <a:t>Otras </a:t>
            </a:r>
            <a:r>
              <a:rPr lang="en-US" dirty="0" err="1"/>
              <a:t>amenazas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933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382</Words>
  <Application>Microsoft Macintosh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Título del proyecto</vt:lpstr>
      <vt:lpstr>Motivación</vt:lpstr>
      <vt:lpstr>Pregunta de investigación</vt:lpstr>
      <vt:lpstr>Tratamiento</vt:lpstr>
      <vt:lpstr>Resultado de interés</vt:lpstr>
      <vt:lpstr>Teoria de cambio</vt:lpstr>
      <vt:lpstr>Diseño de investigación (1/2)</vt:lpstr>
      <vt:lpstr>Diseño de investigación(2/2)</vt:lpstr>
      <vt:lpstr>Análisis de datos y estimación</vt:lpstr>
      <vt:lpstr>Análisis de poder estadístico</vt:lpstr>
      <vt:lpstr>Posibles amenazas al diseño propuesto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impact of x on y</dc:title>
  <dc:creator>Microsoft Office User</dc:creator>
  <cp:lastModifiedBy>Bowers, Jake</cp:lastModifiedBy>
  <cp:revision>67</cp:revision>
  <dcterms:created xsi:type="dcterms:W3CDTF">2022-07-21T08:20:33Z</dcterms:created>
  <dcterms:modified xsi:type="dcterms:W3CDTF">2025-07-22T12:28:10Z</dcterms:modified>
</cp:coreProperties>
</file>